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lun Huang (Jazz Contingent Worker)" userId="d5019188-2c56-4af8-aba4-0a01e02c5919" providerId="ADAL" clId="{3D195559-CB71-4250-ACD8-6ABE2AFB0D00}"/>
    <pc:docChg chg="addSld">
      <pc:chgData name="Yilun Huang (Jazz Contingent Worker)" userId="d5019188-2c56-4af8-aba4-0a01e02c5919" providerId="ADAL" clId="{3D195559-CB71-4250-ACD8-6ABE2AFB0D00}" dt="2025-12-17T19:18:52.719" v="0" actId="680"/>
      <pc:docMkLst>
        <pc:docMk/>
      </pc:docMkLst>
      <pc:sldChg chg="new">
        <pc:chgData name="Yilun Huang (Jazz Contingent Worker)" userId="d5019188-2c56-4af8-aba4-0a01e02c5919" providerId="ADAL" clId="{3D195559-CB71-4250-ACD8-6ABE2AFB0D00}" dt="2025-12-17T19:18:52.719" v="0" actId="680"/>
        <pc:sldMkLst>
          <pc:docMk/>
          <pc:sldMk cId="1010202116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F533-4C1D-1CAE-2F55-00B6F835E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9DFC0-618C-7A73-E134-F049748D9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A41CC-E756-11BD-1AD2-200AA4103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93429-A85F-48DC-81EB-A7A61C68FD6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79D40-C740-6686-6056-6223E33F2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F4BBD-564C-CEC6-6FF0-02669A89E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62D-D97C-4676-AD3E-9176AC24A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06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EB00B-1715-ADC4-61E2-0F8F94FE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60DD4-EDB5-E0A2-01F6-2767FD04C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BC00D-8186-BE07-992B-EA44172C2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93429-A85F-48DC-81EB-A7A61C68FD6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766B5-A820-077E-3FE1-7295B1766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664D9-F318-CDFF-92DB-AB70AA20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62D-D97C-4676-AD3E-9176AC24A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7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E9085-A105-AB15-E851-BAF0528F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5E63C-4259-0310-E466-6816E8792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1B540-BDE2-6DA6-1E06-CAC85BBE9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93429-A85F-48DC-81EB-A7A61C68FD6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AFB51-11DC-3C06-7C80-B75C548B9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A3000-D823-2DE4-11D2-C2BE2107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62D-D97C-4676-AD3E-9176AC24A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11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32CF-596F-B7EE-F87D-E3F650F49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A817D-E03B-CB81-0805-BEF39FD0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2AE98-9D24-2F4E-8668-4459DD03B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777E4-BE11-ED78-9508-8D0B6033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93429-A85F-48DC-81EB-A7A61C68FD6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2FDD2-1A5F-DD7F-93AE-85FCF9AA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83261-8BAA-F139-CCEE-9043928D9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62D-D97C-4676-AD3E-9176AC24A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60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7E75-8A67-7C31-6309-BF230B15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C3157-315C-B141-9248-8A90BB1B2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2A23F-E75C-1683-827C-019C1DBBB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7BCD-32BE-842F-0AA7-7696D78EB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2DB70E-D902-FAD6-7288-7BB67B0A9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ECA2E-8227-6D53-A6C0-11C0068C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93429-A85F-48DC-81EB-A7A61C68FD6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CC6324-F789-69F2-9F63-9F17FB1C4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2091A6-32F6-F184-8531-0D6C1437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62D-D97C-4676-AD3E-9176AC24A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71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1853E-01E4-4214-8B12-070F50A53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C2215A-78C1-E863-62EB-5FB60B1A6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93429-A85F-48DC-81EB-A7A61C68FD6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4C0C3A-6D3F-F050-E08A-487C2E614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818F6-2BAF-13E2-C6F1-2CF37F43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62D-D97C-4676-AD3E-9176AC24A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7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98012A-CC01-5B86-8814-76B2831A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93429-A85F-48DC-81EB-A7A61C68FD6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BC966E-7546-6A01-FB92-E362D8567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3B62B-F9F3-57A1-CEDF-236E564A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62D-D97C-4676-AD3E-9176AC24A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47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B35FB-EDC3-910C-ABC3-98A284AB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DE440-FB0B-B2F3-84DF-ED7E91E5C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55D80-33EF-85D8-61C0-306A05EA4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66653-5212-8A1B-B0F0-13FC3523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93429-A85F-48DC-81EB-A7A61C68FD6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42404-0035-BE7A-25AF-B189A853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8CAC-9EF3-F416-60EA-8A845775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62D-D97C-4676-AD3E-9176AC24A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4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659EA-E4A0-27B7-64F2-CA5F6D9DE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4BFF0B-D560-4EEC-A61F-E7D157A66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52650-A522-4268-AB83-7048D5446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F0EB4-0449-9955-A388-1495728A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93429-A85F-48DC-81EB-A7A61C68FD6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623B3-0F50-6055-A7EF-18EDFD9DD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2BCB1-9106-8CEA-B6BB-16C6EE08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62D-D97C-4676-AD3E-9176AC24A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6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1DE15-B3D1-9FB9-3269-89B9223E9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815FA0-545B-2961-DBEC-E0E5A9AE1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F2DB8-7E8D-E908-00C6-72093F84F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93429-A85F-48DC-81EB-A7A61C68FD6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BC78F-15CD-1F69-5FE8-2FD55E3DE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FA5A-1188-0FA9-9EC4-A20CD726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62D-D97C-4676-AD3E-9176AC24A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5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B740F5-95A1-2400-B6B8-EA2A5CFD6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6FE19-EA06-0208-97EA-00E6DC46D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E57D9-3CC1-0B2D-4A36-9E7C1A8C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93429-A85F-48DC-81EB-A7A61C68FD6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161BE-E196-31C8-5F5F-E96F98CF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22BFA-0852-7D50-1A56-CCD4BED2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62D-D97C-4676-AD3E-9176AC24A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20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DECA1C-976A-3EB4-A2FC-358CC325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B8526-27C2-1AF6-77C0-65ED291B2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997BD-A4EC-F8AC-2BBB-B37AE8146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93429-A85F-48DC-81EB-A7A61C68FD6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88EA7-EEF9-4CA9-6DB1-4B21EB105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AC6E1-A261-18EE-6D15-0E38F949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9062D-D97C-4676-AD3E-9176AC24A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38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61FF3-F59F-452B-1061-6BA4637B6C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50FE01-FB93-C412-68F7-80E43E8F48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02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Jazz Pharmaceuticals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Yilun Huang (Jazz Contingent Worker)</dc:creator>
  <cp:lastModifiedBy>Yilun Huang (Jazz Contingent Worker)</cp:lastModifiedBy>
  <cp:revision>1</cp:revision>
  <dcterms:created xsi:type="dcterms:W3CDTF">2025-12-17T19:18:48Z</dcterms:created>
  <dcterms:modified xsi:type="dcterms:W3CDTF">2025-12-17T19:18:56Z</dcterms:modified>
</cp:coreProperties>
</file>